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4"/>
    <p:sldMasterId id="214748370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Mono Medium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  <p:embeddedFont>
      <p:font typeface="Inter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Medium-bold.fntdata"/><Relationship Id="rId25" Type="http://schemas.openxmlformats.org/officeDocument/2006/relationships/font" Target="fonts/InterMedium-regular.fntdata"/><Relationship Id="rId28" Type="http://schemas.openxmlformats.org/officeDocument/2006/relationships/font" Target="fonts/InterMedium-boldItalic.fntdata"/><Relationship Id="rId27" Type="http://schemas.openxmlformats.org/officeDocument/2006/relationships/font" Target="fonts/Inter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MonoMedium-regular.fntdata"/><Relationship Id="rId12" Type="http://schemas.openxmlformats.org/officeDocument/2006/relationships/slide" Target="slides/slide6.xml"/><Relationship Id="rId15" Type="http://schemas.openxmlformats.org/officeDocument/2006/relationships/font" Target="fonts/RobotoMonoMedium-italic.fntdata"/><Relationship Id="rId14" Type="http://schemas.openxmlformats.org/officeDocument/2006/relationships/font" Target="fonts/RobotoMonoMedium-bold.fntdata"/><Relationship Id="rId17" Type="http://schemas.openxmlformats.org/officeDocument/2006/relationships/font" Target="fonts/Inter-regular.fntdata"/><Relationship Id="rId16" Type="http://schemas.openxmlformats.org/officeDocument/2006/relationships/font" Target="fonts/RobotoMonoMedium-boldItalic.fntdata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49b82169d_1_2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b49b82169d_1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73670d6e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b73670d6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73670d6e3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b73670d6e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73670d6e3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b73670d6e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b73670d6e3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b73670d6e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73670d6e3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b73670d6e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layout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>
            <p:ph idx="3" type="pic"/>
          </p:nvPr>
        </p:nvSpPr>
        <p:spPr>
          <a:xfrm>
            <a:off x="226525" y="2975750"/>
            <a:ext cx="4458900" cy="19413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4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details">
  <p:cSld name="TITLE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3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6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226525" y="2857625"/>
            <a:ext cx="44589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3" type="body"/>
          </p:nvPr>
        </p:nvSpPr>
        <p:spPr>
          <a:xfrm>
            <a:off x="226525" y="2621103"/>
            <a:ext cx="3366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1" name="Google Shape;81;p18"/>
          <p:cNvSpPr txBox="1"/>
          <p:nvPr>
            <p:ph idx="4" type="title"/>
          </p:nvPr>
        </p:nvSpPr>
        <p:spPr>
          <a:xfrm>
            <a:off x="226525" y="571800"/>
            <a:ext cx="52614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x">
  <p:cSld name="TITLE_AND_BODY"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9"/>
          <p:cNvSpPr txBox="1"/>
          <p:nvPr>
            <p:ph type="title"/>
          </p:nvPr>
        </p:nvSpPr>
        <p:spPr>
          <a:xfrm>
            <a:off x="226525" y="2581610"/>
            <a:ext cx="8691000" cy="237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20"/>
          <p:cNvSpPr txBox="1"/>
          <p:nvPr>
            <p:ph type="title"/>
          </p:nvPr>
        </p:nvSpPr>
        <p:spPr>
          <a:xfrm>
            <a:off x="226525" y="248960"/>
            <a:ext cx="8691000" cy="23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TITLE_AND_BODY_1"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2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246325" y="2591450"/>
            <a:ext cx="758700" cy="236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3" type="body"/>
          </p:nvPr>
        </p:nvSpPr>
        <p:spPr>
          <a:xfrm>
            <a:off x="1077200" y="2591450"/>
            <a:ext cx="7804500" cy="236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" type="twoColTx">
  <p:cSld name="TITLE_AND_TWO_COLUMNS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/>
          <p:nvPr>
            <p:ph idx="2" type="pic"/>
          </p:nvPr>
        </p:nvSpPr>
        <p:spPr>
          <a:xfrm>
            <a:off x="-522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2"/>
          <p:cNvSpPr txBox="1"/>
          <p:nvPr>
            <p:ph type="title"/>
          </p:nvPr>
        </p:nvSpPr>
        <p:spPr>
          <a:xfrm>
            <a:off x="156950" y="3632698"/>
            <a:ext cx="27267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156950" y="4133503"/>
            <a:ext cx="27267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22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2"/>
          <p:cNvSpPr txBox="1"/>
          <p:nvPr>
            <p:ph idx="4" type="body"/>
          </p:nvPr>
        </p:nvSpPr>
        <p:spPr>
          <a:xfrm>
            <a:off x="3208650" y="4133503"/>
            <a:ext cx="27267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22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6" type="body"/>
          </p:nvPr>
        </p:nvSpPr>
        <p:spPr>
          <a:xfrm>
            <a:off x="6268950" y="4133503"/>
            <a:ext cx="27267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22"/>
          <p:cNvSpPr/>
          <p:nvPr>
            <p:ph idx="7" type="pic"/>
          </p:nvPr>
        </p:nvSpPr>
        <p:spPr>
          <a:xfrm>
            <a:off x="3053763" y="709575"/>
            <a:ext cx="30318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2"/>
          <p:cNvSpPr/>
          <p:nvPr>
            <p:ph idx="8" type="pic"/>
          </p:nvPr>
        </p:nvSpPr>
        <p:spPr>
          <a:xfrm>
            <a:off x="609547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05" name="Google Shape;105;p22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22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2"/>
          <p:cNvCxnSpPr/>
          <p:nvPr/>
        </p:nvCxnSpPr>
        <p:spPr>
          <a:xfrm rot="10800000">
            <a:off x="0" y="3520200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22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22"/>
          <p:cNvSpPr txBox="1"/>
          <p:nvPr>
            <p:ph idx="9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"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/>
          <p:nvPr>
            <p:ph idx="2" type="pic"/>
          </p:nvPr>
        </p:nvSpPr>
        <p:spPr>
          <a:xfrm>
            <a:off x="-522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3"/>
          <p:cNvSpPr/>
          <p:nvPr>
            <p:ph idx="3" type="pic"/>
          </p:nvPr>
        </p:nvSpPr>
        <p:spPr>
          <a:xfrm>
            <a:off x="3053763" y="709575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3"/>
          <p:cNvSpPr/>
          <p:nvPr>
            <p:ph idx="4" type="pic"/>
          </p:nvPr>
        </p:nvSpPr>
        <p:spPr>
          <a:xfrm>
            <a:off x="609547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4" name="Google Shape;114;p23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23"/>
          <p:cNvSpPr txBox="1"/>
          <p:nvPr>
            <p:ph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23"/>
          <p:cNvSpPr/>
          <p:nvPr>
            <p:ph idx="5" type="pic"/>
          </p:nvPr>
        </p:nvSpPr>
        <p:spPr>
          <a:xfrm>
            <a:off x="-497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3"/>
          <p:cNvSpPr/>
          <p:nvPr>
            <p:ph idx="6" type="pic"/>
          </p:nvPr>
        </p:nvSpPr>
        <p:spPr>
          <a:xfrm>
            <a:off x="3054013" y="2192221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3"/>
          <p:cNvSpPr/>
          <p:nvPr>
            <p:ph idx="7" type="pic"/>
          </p:nvPr>
        </p:nvSpPr>
        <p:spPr>
          <a:xfrm>
            <a:off x="609572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3"/>
          <p:cNvSpPr/>
          <p:nvPr>
            <p:ph idx="8" type="pic"/>
          </p:nvPr>
        </p:nvSpPr>
        <p:spPr>
          <a:xfrm>
            <a:off x="-497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3"/>
          <p:cNvSpPr/>
          <p:nvPr>
            <p:ph idx="9" type="pic"/>
          </p:nvPr>
        </p:nvSpPr>
        <p:spPr>
          <a:xfrm>
            <a:off x="3054013" y="3674873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3"/>
          <p:cNvSpPr/>
          <p:nvPr>
            <p:ph idx="13" type="pic"/>
          </p:nvPr>
        </p:nvSpPr>
        <p:spPr>
          <a:xfrm>
            <a:off x="609572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TITLE_ONLY_1"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ONE_COLUMN_TEXT"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/>
          <p:nvPr>
            <p:ph idx="2" type="pic"/>
          </p:nvPr>
        </p:nvSpPr>
        <p:spPr>
          <a:xfrm>
            <a:off x="4576350" y="0"/>
            <a:ext cx="4567500" cy="5153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26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6"/>
          <p:cNvSpPr txBox="1"/>
          <p:nvPr>
            <p:ph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 2">
  <p:cSld name="MAIN_POIN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7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" name="Google Shape;136;p27"/>
          <p:cNvSpPr/>
          <p:nvPr>
            <p:ph idx="2" type="pic"/>
          </p:nvPr>
        </p:nvSpPr>
        <p:spPr>
          <a:xfrm>
            <a:off x="231542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27"/>
          <p:cNvSpPr/>
          <p:nvPr>
            <p:ph idx="3" type="pic"/>
          </p:nvPr>
        </p:nvSpPr>
        <p:spPr>
          <a:xfrm>
            <a:off x="6255975" y="1391900"/>
            <a:ext cx="2661600" cy="235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27"/>
          <p:cNvSpPr txBox="1"/>
          <p:nvPr>
            <p:ph idx="4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chart">
  <p:cSld name="SECTION_TITLE_AND_DESCRI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8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28"/>
          <p:cNvSpPr txBox="1"/>
          <p:nvPr>
            <p:ph idx="3"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SECTION_TITLE_AND_DESCRIPTION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9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29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SECTION_TITLE_AND_DESCRIPTION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30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7" name="Google Shape;157;p30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3" type="body"/>
          </p:nvPr>
        </p:nvSpPr>
        <p:spPr>
          <a:xfrm>
            <a:off x="4798500" y="2509639"/>
            <a:ext cx="41190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4" type="subTitle"/>
          </p:nvPr>
        </p:nvSpPr>
        <p:spPr>
          <a:xfrm>
            <a:off x="4798500" y="1710600"/>
            <a:ext cx="3994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 2">
  <p:cSld name="CAPTION_ONLY"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/>
          <p:nvPr/>
        </p:nvSpPr>
        <p:spPr>
          <a:xfrm>
            <a:off x="0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31"/>
          <p:cNvSpPr/>
          <p:nvPr>
            <p:ph idx="2" type="pic"/>
          </p:nvPr>
        </p:nvSpPr>
        <p:spPr>
          <a:xfrm>
            <a:off x="0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3" name="Google Shape;163;p31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31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31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31"/>
          <p:cNvSpPr txBox="1"/>
          <p:nvPr>
            <p:ph type="title"/>
          </p:nvPr>
        </p:nvSpPr>
        <p:spPr>
          <a:xfrm>
            <a:off x="161850" y="4156448"/>
            <a:ext cx="27267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161850" y="4626190"/>
            <a:ext cx="2726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</a:lstStyle>
          <a:p/>
        </p:txBody>
      </p:sp>
      <p:sp>
        <p:nvSpPr>
          <p:cNvPr id="168" name="Google Shape;168;p31"/>
          <p:cNvSpPr/>
          <p:nvPr/>
        </p:nvSpPr>
        <p:spPr>
          <a:xfrm>
            <a:off x="6095725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31"/>
          <p:cNvSpPr/>
          <p:nvPr>
            <p:ph idx="3" type="pic"/>
          </p:nvPr>
        </p:nvSpPr>
        <p:spPr>
          <a:xfrm>
            <a:off x="6095725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1"/>
          <p:cNvSpPr txBox="1"/>
          <p:nvPr>
            <p:ph idx="4" type="title"/>
          </p:nvPr>
        </p:nvSpPr>
        <p:spPr>
          <a:xfrm>
            <a:off x="6257575" y="4156448"/>
            <a:ext cx="27267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1" name="Google Shape;171;p31"/>
          <p:cNvSpPr txBox="1"/>
          <p:nvPr>
            <p:ph idx="5" type="body"/>
          </p:nvPr>
        </p:nvSpPr>
        <p:spPr>
          <a:xfrm>
            <a:off x="6257575" y="4626190"/>
            <a:ext cx="2726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</a:lstStyle>
          <a:p/>
        </p:txBody>
      </p:sp>
      <p:sp>
        <p:nvSpPr>
          <p:cNvPr id="172" name="Google Shape;172;p31"/>
          <p:cNvSpPr/>
          <p:nvPr>
            <p:ph idx="6" type="pic"/>
          </p:nvPr>
        </p:nvSpPr>
        <p:spPr>
          <a:xfrm>
            <a:off x="3053900" y="1794150"/>
            <a:ext cx="3030600" cy="33492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31"/>
          <p:cNvSpPr/>
          <p:nvPr/>
        </p:nvSpPr>
        <p:spPr>
          <a:xfrm>
            <a:off x="3054250" y="709380"/>
            <a:ext cx="30306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31"/>
          <p:cNvSpPr txBox="1"/>
          <p:nvPr>
            <p:ph idx="7" type="title"/>
          </p:nvPr>
        </p:nvSpPr>
        <p:spPr>
          <a:xfrm>
            <a:off x="3214545" y="801878"/>
            <a:ext cx="27006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5" name="Google Shape;175;p31"/>
          <p:cNvSpPr txBox="1"/>
          <p:nvPr>
            <p:ph idx="8" type="body"/>
          </p:nvPr>
        </p:nvSpPr>
        <p:spPr>
          <a:xfrm>
            <a:off x="3214545" y="1271620"/>
            <a:ext cx="270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</a:lstStyle>
          <a:p/>
        </p:txBody>
      </p:sp>
      <p:cxnSp>
        <p:nvCxnSpPr>
          <p:cNvPr id="176" name="Google Shape;176;p31"/>
          <p:cNvCxnSpPr/>
          <p:nvPr/>
        </p:nvCxnSpPr>
        <p:spPr>
          <a:xfrm rot="10800000">
            <a:off x="3049250" y="1791825"/>
            <a:ext cx="30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31"/>
          <p:cNvCxnSpPr/>
          <p:nvPr/>
        </p:nvCxnSpPr>
        <p:spPr>
          <a:xfrm rot="10800000">
            <a:off x="0" y="40619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31"/>
          <p:cNvSpPr txBox="1"/>
          <p:nvPr>
            <p:ph idx="9" type="title"/>
          </p:nvPr>
        </p:nvSpPr>
        <p:spPr>
          <a:xfrm>
            <a:off x="2497875" y="145800"/>
            <a:ext cx="47916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details">
  <p:cSld name="BIG_NUMBER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32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" name="Google Shape;184;p32"/>
          <p:cNvSpPr txBox="1"/>
          <p:nvPr>
            <p:ph idx="3" type="title"/>
          </p:nvPr>
        </p:nvSpPr>
        <p:spPr>
          <a:xfrm>
            <a:off x="4801800" y="1644025"/>
            <a:ext cx="410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" name="Google Shape;186;p32"/>
          <p:cNvSpPr txBox="1"/>
          <p:nvPr>
            <p:ph idx="4" type="title"/>
          </p:nvPr>
        </p:nvSpPr>
        <p:spPr>
          <a:xfrm>
            <a:off x="4801800" y="3379700"/>
            <a:ext cx="410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32"/>
          <p:cNvSpPr txBox="1"/>
          <p:nvPr>
            <p:ph idx="5" type="title"/>
          </p:nvPr>
        </p:nvSpPr>
        <p:spPr>
          <a:xfrm>
            <a:off x="229800" y="1644025"/>
            <a:ext cx="410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8" name="Google Shape;188;p32"/>
          <p:cNvSpPr txBox="1"/>
          <p:nvPr>
            <p:ph idx="6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89" name="Google Shape;189;p32"/>
          <p:cNvSpPr txBox="1"/>
          <p:nvPr>
            <p:ph idx="7" type="title"/>
          </p:nvPr>
        </p:nvSpPr>
        <p:spPr>
          <a:xfrm>
            <a:off x="229800" y="3379700"/>
            <a:ext cx="410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IG_NUMBER_1"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3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4" name="Google Shape;194;p33"/>
          <p:cNvSpPr txBox="1"/>
          <p:nvPr>
            <p:ph type="title"/>
          </p:nvPr>
        </p:nvSpPr>
        <p:spPr>
          <a:xfrm>
            <a:off x="229800" y="895625"/>
            <a:ext cx="410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5" name="Google Shape;195;p33"/>
          <p:cNvSpPr txBox="1"/>
          <p:nvPr>
            <p:ph idx="2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285750" y="1555350"/>
            <a:ext cx="7291500" cy="3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7256675" y="1827175"/>
            <a:ext cx="1767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35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35"/>
          <p:cNvSpPr txBox="1"/>
          <p:nvPr>
            <p:ph idx="1" type="body"/>
          </p:nvPr>
        </p:nvSpPr>
        <p:spPr>
          <a:xfrm>
            <a:off x="226525" y="1850026"/>
            <a:ext cx="8673000" cy="19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27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03" name="Google Shape;203;p35"/>
          <p:cNvSpPr txBox="1"/>
          <p:nvPr/>
        </p:nvSpPr>
        <p:spPr>
          <a:xfrm>
            <a:off x="48250" y="482279"/>
            <a:ext cx="16473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1" i="0" lang="en" sz="20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b="1" i="0" sz="20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>
  <p:cSld name="CUSTOM_1_1">
    <p:bg>
      <p:bgPr>
        <a:solidFill>
          <a:schemeClr val="dk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/>
          <p:nvPr>
            <p:ph idx="2" type="pic"/>
          </p:nvPr>
        </p:nvSpPr>
        <p:spPr>
          <a:xfrm>
            <a:off x="338100" y="480450"/>
            <a:ext cx="3785400" cy="443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4355225" y="3379725"/>
            <a:ext cx="4512900" cy="155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and image">
  <p:cSld name="CUSTOM_2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/>
          <p:nvPr>
            <p:ph idx="2" type="pic"/>
          </p:nvPr>
        </p:nvSpPr>
        <p:spPr>
          <a:xfrm>
            <a:off x="226500" y="2357750"/>
            <a:ext cx="8691000" cy="25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37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7"/>
          <p:cNvSpPr txBox="1"/>
          <p:nvPr>
            <p:ph idx="3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37"/>
          <p:cNvSpPr txBox="1"/>
          <p:nvPr>
            <p:ph idx="1" type="subTitle"/>
          </p:nvPr>
        </p:nvSpPr>
        <p:spPr>
          <a:xfrm>
            <a:off x="226525" y="700225"/>
            <a:ext cx="2157900" cy="15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b="1" sz="1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7"/>
          <p:cNvSpPr txBox="1"/>
          <p:nvPr>
            <p:ph idx="4" type="body"/>
          </p:nvPr>
        </p:nvSpPr>
        <p:spPr>
          <a:xfrm>
            <a:off x="2492925" y="700283"/>
            <a:ext cx="6424500" cy="15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55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55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55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55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55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55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55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55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2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5" name="Google Shape;215;p38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_1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idx="1" type="subTitle"/>
          </p:nvPr>
        </p:nvSpPr>
        <p:spPr>
          <a:xfrm>
            <a:off x="226533" y="3459275"/>
            <a:ext cx="2605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8" name="Google Shape;218;p39"/>
          <p:cNvSpPr txBox="1"/>
          <p:nvPr>
            <p:ph idx="2" type="subTitle"/>
          </p:nvPr>
        </p:nvSpPr>
        <p:spPr>
          <a:xfrm>
            <a:off x="3091450" y="3459275"/>
            <a:ext cx="2605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9" name="Google Shape;219;p39"/>
          <p:cNvSpPr txBox="1"/>
          <p:nvPr>
            <p:ph idx="3" type="subTitle"/>
          </p:nvPr>
        </p:nvSpPr>
        <p:spPr>
          <a:xfrm>
            <a:off x="5956367" y="3459275"/>
            <a:ext cx="2605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0" name="Google Shape;220;p39"/>
          <p:cNvSpPr txBox="1"/>
          <p:nvPr>
            <p:ph idx="4" type="subTitle"/>
          </p:nvPr>
        </p:nvSpPr>
        <p:spPr>
          <a:xfrm>
            <a:off x="226533" y="4236825"/>
            <a:ext cx="2605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1" name="Google Shape;221;p39"/>
          <p:cNvSpPr txBox="1"/>
          <p:nvPr>
            <p:ph idx="5" type="subTitle"/>
          </p:nvPr>
        </p:nvSpPr>
        <p:spPr>
          <a:xfrm>
            <a:off x="3091450" y="4236825"/>
            <a:ext cx="2605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2" name="Google Shape;222;p39"/>
          <p:cNvSpPr txBox="1"/>
          <p:nvPr>
            <p:ph idx="6" type="subTitle"/>
          </p:nvPr>
        </p:nvSpPr>
        <p:spPr>
          <a:xfrm>
            <a:off x="5956367" y="4236825"/>
            <a:ext cx="2605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3" name="Google Shape;223;p39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1_1">
    <p:bg>
      <p:bgPr>
        <a:solidFill>
          <a:schemeClr val="dk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40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two images">
  <p:cSld name="CUSTOM_3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" name="Google Shape;229;p4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" name="Google Shape;230;p41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1" name="Google Shape;231;p41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2" name="Google Shape;232;p41"/>
          <p:cNvSpPr/>
          <p:nvPr>
            <p:ph idx="4" type="pic"/>
          </p:nvPr>
        </p:nvSpPr>
        <p:spPr>
          <a:xfrm>
            <a:off x="336877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41"/>
          <p:cNvSpPr/>
          <p:nvPr>
            <p:ph idx="5" type="pic"/>
          </p:nvPr>
        </p:nvSpPr>
        <p:spPr>
          <a:xfrm>
            <a:off x="7320200" y="1391900"/>
            <a:ext cx="1597200" cy="197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storyboards">
  <p:cSld name="CUSTOM_3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2"/>
          <p:cNvSpPr/>
          <p:nvPr>
            <p:ph idx="2" type="pic"/>
          </p:nvPr>
        </p:nvSpPr>
        <p:spPr>
          <a:xfrm>
            <a:off x="-52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42"/>
          <p:cNvSpPr txBox="1"/>
          <p:nvPr>
            <p:ph type="title"/>
          </p:nvPr>
        </p:nvSpPr>
        <p:spPr>
          <a:xfrm>
            <a:off x="180475" y="3632700"/>
            <a:ext cx="42003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7" name="Google Shape;237;p42"/>
          <p:cNvSpPr txBox="1"/>
          <p:nvPr>
            <p:ph idx="1" type="body"/>
          </p:nvPr>
        </p:nvSpPr>
        <p:spPr>
          <a:xfrm>
            <a:off x="180475" y="4133502"/>
            <a:ext cx="42003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8" name="Google Shape;238;p42"/>
          <p:cNvSpPr txBox="1"/>
          <p:nvPr>
            <p:ph idx="3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39" name="Google Shape;239;p42"/>
          <p:cNvCxnSpPr/>
          <p:nvPr/>
        </p:nvCxnSpPr>
        <p:spPr>
          <a:xfrm>
            <a:off x="4572000" y="709150"/>
            <a:ext cx="0" cy="444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42"/>
          <p:cNvCxnSpPr/>
          <p:nvPr/>
        </p:nvCxnSpPr>
        <p:spPr>
          <a:xfrm rot="10800000">
            <a:off x="0" y="35148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42"/>
          <p:cNvCxnSpPr/>
          <p:nvPr/>
        </p:nvCxnSpPr>
        <p:spPr>
          <a:xfrm rot="10800000">
            <a:off x="0" y="7095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42"/>
          <p:cNvSpPr/>
          <p:nvPr>
            <p:ph idx="4" type="pic"/>
          </p:nvPr>
        </p:nvSpPr>
        <p:spPr>
          <a:xfrm>
            <a:off x="45775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42"/>
          <p:cNvSpPr txBox="1"/>
          <p:nvPr>
            <p:ph idx="5" type="title"/>
          </p:nvPr>
        </p:nvSpPr>
        <p:spPr>
          <a:xfrm>
            <a:off x="4763225" y="3632700"/>
            <a:ext cx="42003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44" name="Google Shape;244;p42"/>
          <p:cNvSpPr txBox="1"/>
          <p:nvPr>
            <p:ph idx="6" type="body"/>
          </p:nvPr>
        </p:nvSpPr>
        <p:spPr>
          <a:xfrm>
            <a:off x="4763225" y="4133502"/>
            <a:ext cx="42003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with phone">
  <p:cSld name="CUSTOM_3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7" name="Google Shape;247;p43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8" name="Google Shape;248;p43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9" name="Google Shape;249;p43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descr="Blank mock of a smartphone." id="250" name="Google Shape;250;p43"/>
          <p:cNvPicPr preferRelativeResize="0"/>
          <p:nvPr/>
        </p:nvPicPr>
        <p:blipFill rotWithShape="1">
          <a:blip r:embed="rId2">
            <a:alphaModFix/>
          </a:blip>
          <a:srcRect b="38736" l="0" r="0" t="0"/>
          <a:stretch/>
        </p:blipFill>
        <p:spPr>
          <a:xfrm>
            <a:off x="3882050" y="261250"/>
            <a:ext cx="4814073" cy="48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3"/>
          <p:cNvSpPr/>
          <p:nvPr>
            <p:ph idx="4" type="pic"/>
          </p:nvPr>
        </p:nvSpPr>
        <p:spPr>
          <a:xfrm>
            <a:off x="4197575" y="512375"/>
            <a:ext cx="2847600" cy="4631100"/>
          </a:xfrm>
          <a:prstGeom prst="round2SameRect">
            <a:avLst>
              <a:gd fmla="val 12455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4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4" name="Google Shape;254;p44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5" name="Google Shape;255;p44"/>
          <p:cNvSpPr txBox="1"/>
          <p:nvPr>
            <p:ph idx="1" type="body"/>
          </p:nvPr>
        </p:nvSpPr>
        <p:spPr>
          <a:xfrm>
            <a:off x="226525" y="1793250"/>
            <a:ext cx="8599500" cy="15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27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56" name="Google Shape;256;p44"/>
          <p:cNvSpPr txBox="1"/>
          <p:nvPr>
            <p:ph idx="3" type="body"/>
          </p:nvPr>
        </p:nvSpPr>
        <p:spPr>
          <a:xfrm>
            <a:off x="226525" y="4719800"/>
            <a:ext cx="3143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7" name="Google Shape;257;p44"/>
          <p:cNvSpPr txBox="1"/>
          <p:nvPr>
            <p:ph idx="4" type="body"/>
          </p:nvPr>
        </p:nvSpPr>
        <p:spPr>
          <a:xfrm>
            <a:off x="3590149" y="4719800"/>
            <a:ext cx="2535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44"/>
          <p:cNvSpPr txBox="1"/>
          <p:nvPr>
            <p:ph idx="5" type="body"/>
          </p:nvPr>
        </p:nvSpPr>
        <p:spPr>
          <a:xfrm>
            <a:off x="6345974" y="4719800"/>
            <a:ext cx="2535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4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5"/>
          <p:cNvSpPr txBox="1"/>
          <p:nvPr>
            <p:ph idx="1" type="body"/>
          </p:nvPr>
        </p:nvSpPr>
        <p:spPr>
          <a:xfrm>
            <a:off x="226525" y="4334850"/>
            <a:ext cx="2673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1" name="Google Shape;261;p45"/>
          <p:cNvSpPr txBox="1"/>
          <p:nvPr>
            <p:ph idx="2" type="subTitle"/>
          </p:nvPr>
        </p:nvSpPr>
        <p:spPr>
          <a:xfrm>
            <a:off x="226525" y="3712825"/>
            <a:ext cx="267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5"/>
          <p:cNvSpPr txBox="1"/>
          <p:nvPr>
            <p:ph idx="3" type="body"/>
          </p:nvPr>
        </p:nvSpPr>
        <p:spPr>
          <a:xfrm>
            <a:off x="3235500" y="4334850"/>
            <a:ext cx="2673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3" name="Google Shape;263;p45"/>
          <p:cNvSpPr txBox="1"/>
          <p:nvPr>
            <p:ph idx="4" type="subTitle"/>
          </p:nvPr>
        </p:nvSpPr>
        <p:spPr>
          <a:xfrm>
            <a:off x="3235500" y="3712825"/>
            <a:ext cx="267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5"/>
          <p:cNvSpPr txBox="1"/>
          <p:nvPr>
            <p:ph idx="5" type="body"/>
          </p:nvPr>
        </p:nvSpPr>
        <p:spPr>
          <a:xfrm>
            <a:off x="6153025" y="4334850"/>
            <a:ext cx="2673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5" name="Google Shape;265;p45"/>
          <p:cNvSpPr txBox="1"/>
          <p:nvPr>
            <p:ph idx="6" type="subTitle"/>
          </p:nvPr>
        </p:nvSpPr>
        <p:spPr>
          <a:xfrm>
            <a:off x="6153025" y="3712825"/>
            <a:ext cx="267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5"/>
          <p:cNvSpPr txBox="1"/>
          <p:nvPr>
            <p:ph type="title"/>
          </p:nvPr>
        </p:nvSpPr>
        <p:spPr>
          <a:xfrm>
            <a:off x="226525" y="1793250"/>
            <a:ext cx="8599500" cy="1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4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"/>
          <p:cNvSpPr txBox="1"/>
          <p:nvPr>
            <p:ph idx="1" type="body"/>
          </p:nvPr>
        </p:nvSpPr>
        <p:spPr>
          <a:xfrm>
            <a:off x="226525" y="4334850"/>
            <a:ext cx="41001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" name="Google Shape;269;p46"/>
          <p:cNvSpPr txBox="1"/>
          <p:nvPr>
            <p:ph idx="2" type="subTitle"/>
          </p:nvPr>
        </p:nvSpPr>
        <p:spPr>
          <a:xfrm>
            <a:off x="226525" y="3712825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6"/>
          <p:cNvSpPr txBox="1"/>
          <p:nvPr>
            <p:ph idx="3" type="body"/>
          </p:nvPr>
        </p:nvSpPr>
        <p:spPr>
          <a:xfrm>
            <a:off x="4841843" y="4334850"/>
            <a:ext cx="41001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1" name="Google Shape;271;p46"/>
          <p:cNvSpPr txBox="1"/>
          <p:nvPr>
            <p:ph idx="4" type="subTitle"/>
          </p:nvPr>
        </p:nvSpPr>
        <p:spPr>
          <a:xfrm>
            <a:off x="4841843" y="3712825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6"/>
          <p:cNvSpPr txBox="1"/>
          <p:nvPr>
            <p:ph idx="5" type="body"/>
          </p:nvPr>
        </p:nvSpPr>
        <p:spPr>
          <a:xfrm>
            <a:off x="226525" y="2723150"/>
            <a:ext cx="41001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3" name="Google Shape;273;p46"/>
          <p:cNvSpPr txBox="1"/>
          <p:nvPr>
            <p:ph idx="6" type="subTitle"/>
          </p:nvPr>
        </p:nvSpPr>
        <p:spPr>
          <a:xfrm>
            <a:off x="226525" y="2101125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6"/>
          <p:cNvSpPr txBox="1"/>
          <p:nvPr>
            <p:ph idx="7" type="body"/>
          </p:nvPr>
        </p:nvSpPr>
        <p:spPr>
          <a:xfrm>
            <a:off x="4841843" y="2723150"/>
            <a:ext cx="41001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5" name="Google Shape;275;p46"/>
          <p:cNvSpPr txBox="1"/>
          <p:nvPr>
            <p:ph idx="8" type="subTitle"/>
          </p:nvPr>
        </p:nvSpPr>
        <p:spPr>
          <a:xfrm>
            <a:off x="4841843" y="2101125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6"/>
          <p:cNvSpPr txBox="1"/>
          <p:nvPr>
            <p:ph type="title"/>
          </p:nvPr>
        </p:nvSpPr>
        <p:spPr>
          <a:xfrm>
            <a:off x="226525" y="433125"/>
            <a:ext cx="8599500" cy="1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3" name="Google Shape;283;p4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4" name="Google Shape;28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7" name="Google Shape;28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2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1" name="Google Shape;291;p5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2" name="Google Shape;292;p5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3" name="Google Shape;293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5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5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5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1" name="Google Shape;301;p5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2" name="Google Shape;302;p5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5" name="Google Shape;305;p5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5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5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8" name="Google Shape;308;p5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5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0" name="Google Shape;310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2" name="Google Shape;312;p5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3" name="Google Shape;313;p5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4" name="Google Shape;314;p5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1" Type="http://schemas.openxmlformats.org/officeDocument/2006/relationships/theme" Target="../theme/theme3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4"/>
          <p:cNvSpPr txBox="1"/>
          <p:nvPr>
            <p:ph idx="4294967295" type="title"/>
          </p:nvPr>
        </p:nvSpPr>
        <p:spPr>
          <a:xfrm>
            <a:off x="1020000" y="976350"/>
            <a:ext cx="71040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" sz="3000">
                <a:latin typeface="Roboto Mono Medium"/>
                <a:ea typeface="Roboto Mono Medium"/>
                <a:cs typeface="Roboto Mono Medium"/>
                <a:sym typeface="Roboto Mono Medium"/>
              </a:rPr>
              <a:t>MIT Cyprus Global Teaching Labs 2026</a:t>
            </a:r>
            <a:endParaRPr b="0" sz="30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320" name="Google Shape;320;p54"/>
          <p:cNvSpPr txBox="1"/>
          <p:nvPr/>
        </p:nvSpPr>
        <p:spPr>
          <a:xfrm>
            <a:off x="3633600" y="1969850"/>
            <a:ext cx="36552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Paphos - Team </a:t>
            </a:r>
            <a:r>
              <a:rPr lang="en" sz="1800">
                <a:solidFill>
                  <a:srgbClr val="FF00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[FILL IN #]</a:t>
            </a:r>
            <a:endParaRPr sz="1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21" name="Google Shape;321;p54" title="Screen_Shot_2026-01-06_at_6.44.30_PM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8466" y="2857725"/>
            <a:ext cx="3241609" cy="104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54" title="Screen_Shot_2026-01-06_at_6.47.51_PM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575" y="2643705"/>
            <a:ext cx="1188300" cy="11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54" title="Screen_Shot_2026-01-06_at_6.48.16_PM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1250" y="2499788"/>
            <a:ext cx="1463300" cy="133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54" title="Screen_Shot_2026-01-06_at_6.48.39_PM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4199" y="4126999"/>
            <a:ext cx="1296336" cy="86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54" title="Screen_Shot_2026-01-06_at_6.48.59_PM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04375" y="4141813"/>
            <a:ext cx="1712476" cy="680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54" title="Screen_Shot_2026-01-06_at_6.49.50_PM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78460" y="4188555"/>
            <a:ext cx="1463301" cy="557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54" title="Screen_Shot_2026-01-06_at_6.49.23_PM-removebg-preview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19201" y="4127000"/>
            <a:ext cx="1682423" cy="6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5"/>
          <p:cNvSpPr txBox="1"/>
          <p:nvPr>
            <p:ph idx="4294967295" type="title"/>
          </p:nvPr>
        </p:nvSpPr>
        <p:spPr>
          <a:xfrm>
            <a:off x="1216975" y="302900"/>
            <a:ext cx="72678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" sz="3000">
                <a:latin typeface="Roboto Mono Medium"/>
                <a:ea typeface="Roboto Mono Medium"/>
                <a:cs typeface="Roboto Mono Medium"/>
                <a:sym typeface="Roboto Mono Medium"/>
              </a:rPr>
              <a:t>Team Intro</a:t>
            </a:r>
            <a:endParaRPr b="0" sz="3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30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333" name="Google Shape;333;p55"/>
          <p:cNvSpPr txBox="1"/>
          <p:nvPr/>
        </p:nvSpPr>
        <p:spPr>
          <a:xfrm>
            <a:off x="470250" y="1591375"/>
            <a:ext cx="8203500" cy="3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 Medium"/>
              <a:buChar char="●"/>
            </a:pPr>
            <a:r>
              <a:rPr lang="en" sz="18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[NAME 1]</a:t>
            </a:r>
            <a:endParaRPr sz="18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 Medium"/>
              <a:buChar char="○"/>
            </a:pPr>
            <a:r>
              <a:rPr lang="en" sz="18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About team member</a:t>
            </a:r>
            <a:endParaRPr sz="18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 Medium"/>
              <a:buChar char="●"/>
            </a:pPr>
            <a:r>
              <a:rPr lang="en" sz="18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[NAME 2]</a:t>
            </a:r>
            <a:endParaRPr sz="18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 Medium"/>
              <a:buChar char="○"/>
            </a:pPr>
            <a:r>
              <a:rPr lang="en" sz="18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About team member</a:t>
            </a:r>
            <a:endParaRPr sz="18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 Medium"/>
              <a:buChar char="●"/>
            </a:pPr>
            <a:r>
              <a:rPr lang="en" sz="18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...</a:t>
            </a:r>
            <a:endParaRPr sz="18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6"/>
          <p:cNvSpPr txBox="1"/>
          <p:nvPr>
            <p:ph idx="4294967295" type="title"/>
          </p:nvPr>
        </p:nvSpPr>
        <p:spPr>
          <a:xfrm>
            <a:off x="1216975" y="302900"/>
            <a:ext cx="72678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" sz="3000">
                <a:latin typeface="Roboto Mono Medium"/>
                <a:ea typeface="Roboto Mono Medium"/>
                <a:cs typeface="Roboto Mono Medium"/>
                <a:sym typeface="Roboto Mono Medium"/>
              </a:rPr>
              <a:t>Robot Task &amp; Cyprus Impact</a:t>
            </a:r>
            <a:endParaRPr b="0" sz="3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30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339" name="Google Shape;339;p56"/>
          <p:cNvSpPr txBox="1"/>
          <p:nvPr/>
        </p:nvSpPr>
        <p:spPr>
          <a:xfrm>
            <a:off x="470250" y="1591375"/>
            <a:ext cx="8203500" cy="3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 Medium"/>
              <a:buChar char="●"/>
            </a:pPr>
            <a:r>
              <a:rPr lang="en" sz="18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[Explain the specific task of the robot and how it applied to Cyprus]</a:t>
            </a:r>
            <a:endParaRPr sz="18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7"/>
          <p:cNvSpPr txBox="1"/>
          <p:nvPr>
            <p:ph idx="4294967295" type="title"/>
          </p:nvPr>
        </p:nvSpPr>
        <p:spPr>
          <a:xfrm>
            <a:off x="1216975" y="302900"/>
            <a:ext cx="72678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" sz="3000">
                <a:latin typeface="Roboto Mono Medium"/>
                <a:ea typeface="Roboto Mono Medium"/>
                <a:cs typeface="Roboto Mono Medium"/>
                <a:sym typeface="Roboto Mono Medium"/>
              </a:rPr>
              <a:t>System Architecture</a:t>
            </a:r>
            <a:endParaRPr b="0" sz="3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30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345" name="Google Shape;345;p57"/>
          <p:cNvSpPr txBox="1"/>
          <p:nvPr/>
        </p:nvSpPr>
        <p:spPr>
          <a:xfrm>
            <a:off x="470250" y="1591375"/>
            <a:ext cx="8203500" cy="3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 Medium"/>
              <a:buChar char="●"/>
            </a:pPr>
            <a:r>
              <a:rPr lang="en" sz="18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[At high level, how does your system work? What components (nodes?) is it made of? What elements of the hardware do you interact with?]</a:t>
            </a:r>
            <a:endParaRPr sz="18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8"/>
          <p:cNvSpPr txBox="1"/>
          <p:nvPr>
            <p:ph idx="4294967295" type="title"/>
          </p:nvPr>
        </p:nvSpPr>
        <p:spPr>
          <a:xfrm>
            <a:off x="1216975" y="302900"/>
            <a:ext cx="72678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" sz="3000">
                <a:latin typeface="Roboto Mono Medium"/>
                <a:ea typeface="Roboto Mono Medium"/>
                <a:cs typeface="Roboto Mono Medium"/>
                <a:sym typeface="Roboto Mono Medium"/>
              </a:rPr>
              <a:t>Testing and Outcome</a:t>
            </a:r>
            <a:endParaRPr b="0" sz="3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30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351" name="Google Shape;351;p58"/>
          <p:cNvSpPr txBox="1"/>
          <p:nvPr/>
        </p:nvSpPr>
        <p:spPr>
          <a:xfrm>
            <a:off x="470250" y="1591375"/>
            <a:ext cx="8203500" cy="3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 Medium"/>
              <a:buChar char="●"/>
            </a:pPr>
            <a:r>
              <a:rPr lang="en" sz="18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[How did you test? What happened in testing? Any issues?]</a:t>
            </a:r>
            <a:endParaRPr sz="18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 Medium"/>
              <a:buChar char="●"/>
            </a:pPr>
            <a:r>
              <a:rPr lang="en" sz="18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[Include video of final demo]</a:t>
            </a:r>
            <a:endParaRPr sz="18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9"/>
          <p:cNvSpPr txBox="1"/>
          <p:nvPr>
            <p:ph idx="4294967295" type="title"/>
          </p:nvPr>
        </p:nvSpPr>
        <p:spPr>
          <a:xfrm>
            <a:off x="1216975" y="302900"/>
            <a:ext cx="72678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" sz="3000">
                <a:latin typeface="Roboto Mono Medium"/>
                <a:ea typeface="Roboto Mono Medium"/>
                <a:cs typeface="Roboto Mono Medium"/>
                <a:sym typeface="Roboto Mono Medium"/>
              </a:rPr>
              <a:t>Takeaways</a:t>
            </a:r>
            <a:endParaRPr b="0" sz="3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30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357" name="Google Shape;357;p59"/>
          <p:cNvSpPr txBox="1"/>
          <p:nvPr/>
        </p:nvSpPr>
        <p:spPr>
          <a:xfrm>
            <a:off x="470250" y="1591375"/>
            <a:ext cx="8203500" cy="3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 Medium"/>
              <a:buChar char="●"/>
            </a:pPr>
            <a:r>
              <a:rPr lang="en" sz="18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[Takeaways of project, what would </a:t>
            </a:r>
            <a:r>
              <a:rPr lang="en" sz="18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you improve next if you had time]</a:t>
            </a:r>
            <a:endParaRPr sz="18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 Medium"/>
              <a:buChar char="●"/>
            </a:pPr>
            <a:r>
              <a:rPr lang="en" sz="18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[Takeaways of </a:t>
            </a:r>
            <a:r>
              <a:rPr lang="en" sz="18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GTL program]</a:t>
            </a:r>
            <a:endParaRPr sz="18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duct / Service Offering Overview #2">
  <a:themeElements>
    <a:clrScheme name="Simple Light">
      <a:dk1>
        <a:srgbClr val="000000"/>
      </a:dk1>
      <a:lt1>
        <a:srgbClr val="E2DFD2"/>
      </a:lt1>
      <a:dk2>
        <a:srgbClr val="FFFCE9"/>
      </a:dk2>
      <a:lt2>
        <a:srgbClr val="C9C3A7"/>
      </a:lt2>
      <a:accent1>
        <a:srgbClr val="FFEDCF"/>
      </a:accent1>
      <a:accent2>
        <a:srgbClr val="595959"/>
      </a:accent2>
      <a:accent3>
        <a:srgbClr val="D56F3E"/>
      </a:accent3>
      <a:accent4>
        <a:srgbClr val="FF7D00"/>
      </a:accent4>
      <a:accent5>
        <a:srgbClr val="78290F"/>
      </a:accent5>
      <a:accent6>
        <a:srgbClr val="D05353"/>
      </a:accent6>
      <a:hlink>
        <a:srgbClr val="DF29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